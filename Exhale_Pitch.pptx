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640080"/>
            <a:ext cx="310896" cy="310896"/>
          </a:xfrm>
          <a:prstGeom prst="ellipse">
            <a:avLst/>
          </a:prstGeom>
          <a:solidFill>
            <a:srgbClr val="E89B2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MIDSUMMER MULTIMODAL AI HACKATHON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Exhale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9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calls you've been dreading, handled in one tap.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a confusing bill. Say what's wrong. Exhale reads it, makes the call, and handles the bureaucracy — while you breathe.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has a call they're avoiding.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14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Disputing a medical bill. Reversing a wrong charge. Canceling a subscription that won't let you leave. We put these off for months — not because they're hard, but because they're dreadful.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3291840" cy="109728"/>
          </a:xfrm>
          <a:prstGeom prst="rect">
            <a:avLst/>
          </a:prstGeom>
          <a:solidFill>
            <a:srgbClr val="E89B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min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143000" y="4526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 time we'll do anything to avoid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310896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3108960"/>
            <a:ext cx="3291840" cy="109728"/>
          </a:xfrm>
          <a:prstGeom prst="rect">
            <a:avLst/>
          </a:prstGeom>
          <a:solidFill>
            <a:srgbClr val="E89B2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$125B+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54880" y="4526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medical bills overpaid each year in the U.S.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10896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3108960"/>
            <a:ext cx="3291840" cy="109728"/>
          </a:xfrm>
          <a:prstGeom prst="rect">
            <a:avLst/>
          </a:prstGeom>
          <a:solidFill>
            <a:srgbClr val="E89B2D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366760" y="4526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contain an error people never dispute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57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not a knowledge problem. It's an avoidance problem.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magic is combining 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9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messy-document understanding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9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call people avoid.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calling isn't new. Document readers aren't new. The product is the handoff — from understanding the confusing notice to taking real-world action on the phone, in one tap.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One tap.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331720"/>
            <a:ext cx="685800" cy="68580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4963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E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 the document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confusing bill, notice, or statement.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82112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93008" y="20116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3128" y="2331720"/>
            <a:ext cx="685800" cy="685800"/>
          </a:xfrm>
          <a:prstGeom prst="ellipse">
            <a:avLst/>
          </a:prstGeom>
          <a:solidFill>
            <a:srgbClr val="E89B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49631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E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630168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Exhale reads it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75888" y="38404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 extracts the real account, claim, and amount — and plans the call.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035040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345936" y="20116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06056" y="2331720"/>
            <a:ext cx="685800" cy="68580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49631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83096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E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6483096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 the call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28816" y="38404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dials, navigates 'press 1 for billing', and speaks as you.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887968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9198864" y="201168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58984" y="2331720"/>
            <a:ext cx="685800" cy="685800"/>
          </a:xfrm>
          <a:prstGeom prst="ellipse">
            <a:avLst/>
          </a:prstGeom>
          <a:solidFill>
            <a:srgbClr val="3F756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6" y="249631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36024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DE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9336024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Resolved &amp; saved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381744" y="38404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outcome, reference number, and transcript — stored in Insforge.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7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by design: voice and document vision are both load-bearing — not bolted 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$340 medical bill, disputed live.</a:t>
            </a:r>
            <a:endParaRPr lang="en-US" sz="3400" dirty="0"/>
          </a:p>
        </p:txBody>
      </p:sp>
      <p:pic>
        <p:nvPicPr>
          <p:cNvPr id="4" name="Image 0" descr="/sessions/adoring-fervent-ride/mnt/Desktop/Claude Certification/Exhale/samples/1_medical_bi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3657600" cy="47365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1828800"/>
            <a:ext cx="64008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1828800"/>
            <a:ext cx="109728" cy="4709160"/>
          </a:xfrm>
          <a:prstGeom prst="rect">
            <a:avLst/>
          </a:prstGeom>
          <a:solidFill>
            <a:srgbClr val="3F756B"/>
          </a:solidFill>
          <a:ln/>
        </p:spPr>
      </p:sp>
      <p:sp>
        <p:nvSpPr>
          <p:cNvPr id="7" name="Text 4"/>
          <p:cNvSpPr/>
          <p:nvPr/>
        </p:nvSpPr>
        <p:spPr>
          <a:xfrm>
            <a:off x="52578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57800" y="2651760"/>
            <a:ext cx="256032" cy="256032"/>
          </a:xfrm>
          <a:prstGeom prst="ellipse">
            <a:avLst/>
          </a:prstGeom>
          <a:solidFill>
            <a:srgbClr val="E89B2D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the bill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69280" y="29535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A-558210, $340, processed out-of-network.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57800" y="3584448"/>
            <a:ext cx="256032" cy="256032"/>
          </a:xfrm>
          <a:prstGeom prst="ellipse">
            <a:avLst/>
          </a:prstGeom>
          <a:solidFill>
            <a:srgbClr val="E89B2D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3538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Calls billing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69280" y="3886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the menu, verifies the account as the patient.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57800" y="4517136"/>
            <a:ext cx="256032" cy="256032"/>
          </a:xfrm>
          <a:prstGeom prst="ellipse">
            <a:avLst/>
          </a:prstGeom>
          <a:solidFill>
            <a:srgbClr val="E89B2D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44714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the case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669280" y="48188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claim to be reprocessed in-network.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257800" y="5449824"/>
            <a:ext cx="256032" cy="256032"/>
          </a:xfrm>
          <a:prstGeom prst="ellipse">
            <a:avLst/>
          </a:prstGeom>
          <a:solidFill>
            <a:srgbClr val="E89B2D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0" y="54041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the result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69280" y="57515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 · ref RPC-99421 · deadline paused.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MEDICAL BILLS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dreaded call. Any document.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83280" cy="1874520"/>
          </a:xfrm>
          <a:prstGeom prst="rect">
            <a:avLst/>
          </a:prstGeom>
          <a:solidFill>
            <a:srgbClr val="1E3454"/>
          </a:solidFill>
          <a:ln w="12700">
            <a:solidFill>
              <a:srgbClr val="2C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03120"/>
            <a:ext cx="640080" cy="640080"/>
          </a:xfrm>
          <a:prstGeom prst="ellipse">
            <a:avLst/>
          </a:prstGeom>
          <a:solidFill>
            <a:srgbClr val="FBE7C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214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 a medical bill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2880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Out-of-network or coding errors, reprocessed.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383280" cy="1874520"/>
          </a:xfrm>
          <a:prstGeom prst="rect">
            <a:avLst/>
          </a:prstGeom>
          <a:solidFill>
            <a:srgbClr val="1E3454"/>
          </a:solidFill>
          <a:ln w="12700">
            <a:solidFill>
              <a:srgbClr val="2C46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FBE7C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1214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 a subscription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7448" y="2880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or service that forces you to call.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383280" cy="1874520"/>
          </a:xfrm>
          <a:prstGeom prst="rect">
            <a:avLst/>
          </a:prstGeom>
          <a:solidFill>
            <a:srgbClr val="1E3454"/>
          </a:solidFill>
          <a:ln w="12700">
            <a:solidFill>
              <a:srgbClr val="2C46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03120"/>
            <a:ext cx="640080" cy="640080"/>
          </a:xfrm>
          <a:prstGeom prst="ellipse">
            <a:avLst/>
          </a:prstGeom>
          <a:solidFill>
            <a:srgbClr val="FBE7C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1214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 a card charge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85048" y="2880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transaction; request a reversal.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22960" y="3977640"/>
            <a:ext cx="3383280" cy="1874520"/>
          </a:xfrm>
          <a:prstGeom prst="rect">
            <a:avLst/>
          </a:prstGeom>
          <a:solidFill>
            <a:srgbClr val="1E3454"/>
          </a:solidFill>
          <a:ln w="12700">
            <a:solidFill>
              <a:srgbClr val="2C46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51560" y="4251960"/>
            <a:ext cx="640080" cy="640080"/>
          </a:xfrm>
          <a:prstGeom prst="ellipse">
            <a:avLst/>
          </a:prstGeom>
          <a:solidFill>
            <a:srgbClr val="FBE7C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4074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42702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Fight a parking ticket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69848" y="5029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citation; contest or extend.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80560" y="3977640"/>
            <a:ext cx="3383280" cy="1874520"/>
          </a:xfrm>
          <a:prstGeom prst="rect">
            <a:avLst/>
          </a:prstGeom>
          <a:solidFill>
            <a:srgbClr val="1E3454"/>
          </a:solidFill>
          <a:ln w="12700">
            <a:solidFill>
              <a:srgbClr val="2C466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4251960"/>
            <a:ext cx="640080" cy="640080"/>
          </a:xfrm>
          <a:prstGeom prst="ellipse">
            <a:avLst/>
          </a:prstGeom>
          <a:solidFill>
            <a:srgbClr val="FBE7C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4074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2702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Waive a late / overdraft fee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27448" y="5029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one-time courtesy waiver.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sponsors, one demo.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514600"/>
            <a:ext cx="822960" cy="822960"/>
          </a:xfrm>
          <a:prstGeom prst="ellipse">
            <a:avLst/>
          </a:prstGeom>
          <a:solidFill>
            <a:srgbClr val="E4EF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743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Nebius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15568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reads the document (OCR + reasoning) and writes the call plan.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291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514600"/>
            <a:ext cx="822960" cy="822960"/>
          </a:xfrm>
          <a:prstGeom prst="ellipse">
            <a:avLst/>
          </a:prstGeom>
          <a:solidFill>
            <a:srgbClr val="E4EF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43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Vapi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727448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the outbound call, navigates the phone menu, and talks to the rep.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2194560"/>
            <a:ext cx="32918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514600"/>
            <a:ext cx="822960" cy="822960"/>
          </a:xfrm>
          <a:prstGeom prst="ellipse">
            <a:avLst/>
          </a:prstGeom>
          <a:solidFill>
            <a:srgbClr val="E4EF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743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Insforge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339328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7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that stores every case — transcript, outcome, and history.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COMMERCIALLY VIABLE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paid industry — done instantly.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C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89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51560" y="36576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14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they save you — what medical-bill advocates charge today, for the same phone calls.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029200" cy="3383280"/>
          </a:xfrm>
          <a:prstGeom prst="rect">
            <a:avLst/>
          </a:prstGeom>
          <a:solidFill>
            <a:srgbClr val="162A4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5146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Exhale does it for a flat fee, instantly, for every kind of dreaded call.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29400" y="41148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Workflow Agent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Agent People Love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Project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365760" cy="365760"/>
          </a:xfrm>
          <a:prstGeom prst="ellipse">
            <a:avLst/>
          </a:prstGeom>
          <a:solidFill>
            <a:srgbClr val="E89B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Exhale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9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in the document. Say what's wrong. Exhale handles the bureaucracy.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notice you've been dreading — and let it go.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Exhale</dc:title>
  <dc:subject>PptxGenJS Presentation</dc:subject>
  <dc:creator>Exhale</dc:creator>
  <cp:lastModifiedBy>Exhale</cp:lastModifiedBy>
  <cp:revision>1</cp:revision>
  <dcterms:created xsi:type="dcterms:W3CDTF">2026-06-19T21:58:11Z</dcterms:created>
  <dcterms:modified xsi:type="dcterms:W3CDTF">2026-06-19T21:58:11Z</dcterms:modified>
</cp:coreProperties>
</file>